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48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3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0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3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9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9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28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6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7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2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2B1D-9169-4BBD-84E5-80737775EEC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93B68-B3DB-4E93-B3B1-75DEA5434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8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94559"/>
            <a:ext cx="9144000" cy="1315403"/>
          </a:xfrm>
        </p:spPr>
        <p:txBody>
          <a:bodyPr/>
          <a:lstStyle/>
          <a:p>
            <a:r>
              <a:rPr lang="en-US" dirty="0"/>
              <a:t>Project Title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206" y="265756"/>
            <a:ext cx="2866588" cy="10157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79" y="28802"/>
            <a:ext cx="2072721" cy="14919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755"/>
            <a:ext cx="3434978" cy="639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99269" y="5024846"/>
            <a:ext cx="364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Guided By: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64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61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10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2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(2)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66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Uniqueness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37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Justification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17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04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3506379"/>
            <a:ext cx="10515600" cy="59535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dirty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95274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Outline of Presentation</vt:lpstr>
      <vt:lpstr>Motivation</vt:lpstr>
      <vt:lpstr>Introduction (1)</vt:lpstr>
      <vt:lpstr>Introduction (2)</vt:lpstr>
      <vt:lpstr>Comparison of Uniqueness</vt:lpstr>
      <vt:lpstr>Application</vt:lpstr>
      <vt:lpstr>Budget Justification</vt:lpstr>
      <vt:lpstr>Time 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CHARUSAT</dc:creator>
  <cp:lastModifiedBy>DC</cp:lastModifiedBy>
  <cp:revision>1</cp:revision>
  <dcterms:created xsi:type="dcterms:W3CDTF">2023-07-17T08:07:31Z</dcterms:created>
  <dcterms:modified xsi:type="dcterms:W3CDTF">2026-09-18T05:34:14Z</dcterms:modified>
</cp:coreProperties>
</file>